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5F8FC"/>
                </a:solidFill>
                <a:latin typeface="Aptos Display"/>
              </a:defRPr>
            </a:pPr>
            <a:r>
              <a:t>Smart Company CareerMatch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11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BCDE6"/>
                </a:solidFill>
                <a:latin typeface="Aptos"/>
              </a:defRPr>
            </a:pPr>
            <a:r>
              <a:t>AI-Powered Job Search, Resume Matching &amp; Career Preparation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B8CA"/>
                </a:solidFill>
                <a:latin typeface="Aptos"/>
              </a:defRPr>
            </a:pPr>
            <a:r>
              <a:t>A unified Streamlit application that connects job discovery, resume analysis, skill matching and role-specific interview preparation.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1737360" cy="384048"/>
          </a:xfrm>
          <a:prstGeom prst="roundRect">
            <a:avLst/>
          </a:prstGeom>
          <a:solidFill>
            <a:srgbClr val="142033"/>
          </a:solidFill>
          <a:ln>
            <a:solidFill>
              <a:srgbClr val="37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42428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F8FC"/>
                </a:solidFill>
                <a:latin typeface="Aptos"/>
              </a:defRPr>
            </a:pPr>
            <a:r>
              <a:t>JOB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4160520"/>
            <a:ext cx="1737360" cy="384048"/>
          </a:xfrm>
          <a:prstGeom prst="roundRect">
            <a:avLst/>
          </a:prstGeom>
          <a:solidFill>
            <a:srgbClr val="142033"/>
          </a:solidFill>
          <a:ln>
            <a:solidFill>
              <a:srgbClr val="4B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42428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F8FC"/>
                </a:solidFill>
                <a:latin typeface="Aptos"/>
              </a:defRPr>
            </a:pPr>
            <a:r>
              <a:t>RESUME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4160520"/>
            <a:ext cx="1737360" cy="384048"/>
          </a:xfrm>
          <a:prstGeom prst="roundRect">
            <a:avLst/>
          </a:prstGeom>
          <a:solidFill>
            <a:srgbClr val="142033"/>
          </a:solidFill>
          <a:ln>
            <a:solidFill>
              <a:srgbClr val="48C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42428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F8FC"/>
                </a:solidFill>
                <a:latin typeface="Aptos"/>
              </a:defRPr>
            </a:pPr>
            <a:r>
              <a:t>JOB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4160520"/>
            <a:ext cx="1737360" cy="384048"/>
          </a:xfrm>
          <a:prstGeom prst="roundRect">
            <a:avLst/>
          </a:prstGeom>
          <a:solidFill>
            <a:srgbClr val="142033"/>
          </a:solidFill>
          <a:ln>
            <a:solidFill>
              <a:srgbClr val="F5A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424281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5F8FC"/>
                </a:solidFill>
                <a:latin typeface="Aptos"/>
              </a:defRPr>
            </a:pPr>
            <a:r>
              <a:t>INTERVIEW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2361" y="5128439"/>
            <a:ext cx="72955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rPr sz="1400" dirty="0"/>
              <a:t>Presented by</a:t>
            </a:r>
            <a:r>
              <a:rPr lang="en-IN" sz="1400" dirty="0"/>
              <a:t>:</a:t>
            </a:r>
            <a:r>
              <a:rPr sz="1400" dirty="0"/>
              <a:t> Shaik Mahammad Abdul Zaib</a:t>
            </a:r>
            <a:endParaRPr lang="en-IN" sz="1400" dirty="0"/>
          </a:p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rPr lang="en-IN" sz="1400" dirty="0"/>
              <a:t>                               </a:t>
            </a:r>
            <a:r>
              <a:rPr lang="en-IN" sz="1400" dirty="0">
                <a:solidFill>
                  <a:srgbClr val="F5F8FC"/>
                </a:solidFill>
                <a:latin typeface="Aptos"/>
              </a:rPr>
              <a:t>SMD Sajid Mujahid</a:t>
            </a:r>
          </a:p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rPr lang="en-IN" sz="1400" dirty="0">
                <a:solidFill>
                  <a:srgbClr val="F5F8FC"/>
                </a:solidFill>
                <a:latin typeface="Aptos"/>
              </a:rPr>
              <a:t>                               </a:t>
            </a:r>
            <a:r>
              <a:rPr lang="en-IN" sz="1400" dirty="0" err="1">
                <a:solidFill>
                  <a:srgbClr val="F5F8FC"/>
                </a:solidFill>
                <a:latin typeface="Aptos"/>
              </a:rPr>
              <a:t>P.Sathvik</a:t>
            </a:r>
            <a:r>
              <a:rPr lang="en-IN" sz="1400" dirty="0">
                <a:solidFill>
                  <a:srgbClr val="F5F8FC"/>
                </a:solidFill>
                <a:latin typeface="Aptos"/>
              </a:rPr>
              <a:t> Rao</a:t>
            </a:r>
          </a:p>
          <a:p>
            <a:pPr>
              <a:defRPr sz="1100" b="1">
                <a:solidFill>
                  <a:srgbClr val="F5F8FC"/>
                </a:solidFill>
                <a:latin typeface="Aptos"/>
              </a:defRPr>
            </a:pPr>
            <a:r>
              <a:rPr lang="en-IN" sz="1400" dirty="0">
                <a:solidFill>
                  <a:srgbClr val="F5F8FC"/>
                </a:solidFill>
                <a:latin typeface="Aptos"/>
              </a:rPr>
              <a:t>                              S Dheeraj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Challenges faced during job discovery and interview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74720" cy="338328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54864" cy="338328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Scattered job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Opportunities are spread across company career pages and public ATS platforms. Users often repeat the same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474720" cy="338328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54864" cy="338328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19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Resume–job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Candidates need a quick way to compare their skills with a specific role and identify missing skills.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474720" cy="338328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54864" cy="3383280"/>
          </a:xfrm>
          <a:prstGeom prst="rect">
            <a:avLst/>
          </a:prstGeom>
          <a:solidFill>
            <a:srgbClr val="F5A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19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Generic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6712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Interview preparation is often disconnected from the selected role. Focused, role-aware questions are more 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  <a:latin typeface="Aptos"/>
              </a:defRPr>
            </a:pPr>
            <a:r>
              <a:t>Project objective: connect discovery → analysis → matching → preparation in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A single application for the complete career-preparation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87168" cy="2286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4864" cy="22860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Natural-language job/company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9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91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645920"/>
            <a:ext cx="2487168" cy="2286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645920"/>
            <a:ext cx="54864" cy="228600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810512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58568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Extract skills from a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029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CD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645920"/>
            <a:ext cx="2487168" cy="2286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8504" y="1645920"/>
            <a:ext cx="54864" cy="2286000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1810512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258568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Compare candidate and job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029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8C1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645920"/>
            <a:ext cx="2487168" cy="2286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34856" y="1645920"/>
            <a:ext cx="54864" cy="2286000"/>
          </a:xfrm>
          <a:prstGeom prst="rect">
            <a:avLst/>
          </a:prstGeom>
          <a:solidFill>
            <a:srgbClr val="F5A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1810512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258568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Create preparation and interview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029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5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CDE6"/>
                </a:solidFill>
                <a:latin typeface="Aptos"/>
              </a:defRPr>
            </a:pPr>
            <a:r>
              <a:t>Core value: reduce the gap between finding a job and knowing how to prepare for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F8FC"/>
                </a:solidFill>
                <a:latin typeface="Aptos"/>
              </a:defRPr>
            </a:pPr>
            <a:r>
              <a:t>Fast focused search • optional broader live-source search • resume parsing • skill matching • skill-gap identification • personalised preparation • 100 interview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Modular components and information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4864" cy="11430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7335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User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5087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63240" y="1508760"/>
            <a:ext cx="54864" cy="114300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67335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Job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1214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ATS + official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087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0" y="1508760"/>
            <a:ext cx="54864" cy="1143000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167335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NLP /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1214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Skills + similarity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5087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1508760"/>
            <a:ext cx="54864" cy="1143000"/>
          </a:xfrm>
          <a:prstGeom prst="rect">
            <a:avLst/>
          </a:prstGeom>
          <a:solidFill>
            <a:srgbClr val="F5A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0728" y="167335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1214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Plans +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3375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63240" y="3337560"/>
            <a:ext cx="54864" cy="1143000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64408" y="35021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Resume Parser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39502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PDF / DOCX / TXT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3375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0" y="3337560"/>
            <a:ext cx="54864" cy="114300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87568" y="35021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87568" y="39502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Local 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337560"/>
            <a:ext cx="2148840" cy="114300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09560" y="3337560"/>
            <a:ext cx="54864" cy="1143000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0728" y="350215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RAG /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3950208"/>
            <a:ext cx="178308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Company-aware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Python • Streamlit • SQLite • NLP/skill matching • public job-source 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AB8CA"/>
                </a:solidFill>
                <a:latin typeface="Aptos"/>
              </a:defRPr>
            </a:pPr>
            <a:r>
              <a:t>Separation of modules keeps retrieval, parsing, matching and preparation logic easier to test and extend.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Feature 01 — Natural-Language Job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Users can search with everyday phrases such as “TCS fresher jobs in Hyderabad”.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577840" cy="324612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ome.pn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154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473659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Application home and search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257800" cy="324612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ob-search.png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166360" cy="31546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473659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Example: TCS fresher job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C"/>
                </a:solidFill>
                <a:latin typeface="Aptos"/>
              </a:defRPr>
            </a:pPr>
            <a:r>
              <a:t>The interface supports fast focused search and an optional broader live-source search, helping users discover relevant roles with less manual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Job Discovery — Source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Structured result cards make job opportunities easy to scan and act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425196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ob-search.pn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71600"/>
            <a:ext cx="1024128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50992"/>
            <a:ext cx="10332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Example TCS results with company, location, role context and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AB8CA"/>
                </a:solidFill>
                <a:latin typeface="Aptos"/>
              </a:defRPr>
            </a:pPr>
            <a:r>
              <a:t>View Job and Apply actions connect the discovery experience to the relevant opportunity.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Feature 02 — Resume-to-Job Skill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The matching module compares extracted candidate skills with the selected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6629400" cy="429768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ob-matching.pn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53796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96712"/>
            <a:ext cx="6629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Example matching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65760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1417320"/>
            <a:ext cx="54864" cy="1234440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1581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Match percentage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0299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A simple percentage communicates the degree of skill alignment.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788920"/>
            <a:ext cx="365760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2788920"/>
            <a:ext cx="54864" cy="123444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2953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Matching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4015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Shows skills found in both the candidate profile and the job.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160520"/>
            <a:ext cx="3657600" cy="123444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4160520"/>
            <a:ext cx="54864" cy="1234440"/>
          </a:xfrm>
          <a:prstGeom prst="rect">
            <a:avLst/>
          </a:prstGeom>
          <a:solidFill>
            <a:srgbClr val="F5A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4325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Missing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4773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Highlights gaps that can guide learning and preparation.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Feature 03 — Role-Specific Interview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Generates a large, role-aware set of questions for the selected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577840" cy="443484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nterview-questions.pn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48640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83387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Interview tab — first question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257800" cy="4434840"/>
          </a:xfrm>
          <a:prstGeom prst="roundRect">
            <a:avLst/>
          </a:prstGeom>
          <a:solidFill>
            <a:srgbClr val="040911"/>
          </a:solidFill>
          <a:ln>
            <a:solidFill>
              <a:srgbClr val="36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terview-questions.png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166360" cy="434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583387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AB8CA"/>
                </a:solidFill>
                <a:latin typeface="Aptos"/>
              </a:defRPr>
            </a:pPr>
            <a:r>
              <a:t>Interview tab — job-specific question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AB8CA"/>
                </a:solidFill>
                <a:latin typeface="Aptos"/>
              </a:defRPr>
            </a:pPr>
            <a:r>
              <a:t>Questions include retrieved role-oriented prompts and job-specific interview problems.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Technologies used to build the current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1078992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Core application and business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417320"/>
            <a:ext cx="54864" cy="1078992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02996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Interactive web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4864" cy="1078992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907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35584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Local database and persistence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74320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2743200"/>
            <a:ext cx="54864" cy="1078992"/>
          </a:xfrm>
          <a:prstGeom prst="rect">
            <a:avLst/>
          </a:prstGeom>
          <a:solidFill>
            <a:srgbClr val="F5A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2907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NLP / Skill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335584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Resume and job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54864" cy="1078992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233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PDF / DOCX / 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68172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Resume ingestion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069080"/>
            <a:ext cx="5166360" cy="1078992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069080"/>
            <a:ext cx="54864" cy="1078992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7" y="42336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Public ATS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4681728"/>
            <a:ext cx="4800600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Greenhouse, Lever, Ashby and official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B8CA"/>
                </a:solidFill>
                <a:latin typeface="Aptos"/>
              </a:defRPr>
            </a:pPr>
            <a:r>
              <a:t>Modular Python files • automated tests • environment configuration via .env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End-to-End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From discovering an opportunity to preparing for its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10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71600"/>
            <a:ext cx="457200" cy="45720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Enter a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3533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Example: Python fresher jobs in Hyderabad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828800"/>
            <a:ext cx="0" cy="457200"/>
          </a:xfrm>
          <a:prstGeom prst="line">
            <a:avLst/>
          </a:prstGeom>
          <a:ln w="25400">
            <a:solidFill>
              <a:srgbClr val="374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Review jobs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2677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Inspect relevant company and role results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2743200"/>
            <a:ext cx="0" cy="457200"/>
          </a:xfrm>
          <a:prstGeom prst="line">
            <a:avLst/>
          </a:prstGeom>
          <a:ln w="25400">
            <a:solidFill>
              <a:srgbClr val="374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200400"/>
            <a:ext cx="457200" cy="45720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3101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Upload resume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821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Extract candidate skills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3657600"/>
            <a:ext cx="0" cy="457200"/>
          </a:xfrm>
          <a:prstGeom prst="line">
            <a:avLst/>
          </a:prstGeom>
          <a:ln w="25400">
            <a:solidFill>
              <a:srgbClr val="374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224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96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Select a 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0965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Calculate match and skill gaps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4572000"/>
            <a:ext cx="0" cy="457200"/>
          </a:xfrm>
          <a:prstGeom prst="line">
            <a:avLst/>
          </a:prstGeom>
          <a:ln w="25400">
            <a:solidFill>
              <a:srgbClr val="374B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68680" y="5029200"/>
            <a:ext cx="457200" cy="457200"/>
          </a:xfrm>
          <a:prstGeom prst="ellipse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138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F8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010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0109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Use targeted preparation and 100 interview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Project Outcomes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41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AAB8CA"/>
                </a:solidFill>
                <a:latin typeface="Aptos"/>
              </a:defRPr>
            </a:pPr>
            <a:r>
              <a:t>Current capabilities and 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384048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3840480"/>
          </a:xfrm>
          <a:prstGeom prst="rect">
            <a:avLst/>
          </a:prstGeom>
          <a:solidFill>
            <a:srgbClr val="48C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Current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• Natural-language job/company search</a:t>
            </a:r>
            <a:br/>
            <a:r>
              <a:t>• Public-source / ATS retrieval</a:t>
            </a:r>
            <a:br/>
            <a:r>
              <a:t>• Resume parsing and skill extraction</a:t>
            </a:r>
            <a:br/>
            <a:r>
              <a:t>• Resume-to-job matching</a:t>
            </a:r>
            <a:br/>
            <a:r>
              <a:t>• Skill-gap identification</a:t>
            </a:r>
            <a:br/>
            <a:r>
              <a:t>• Personalised preparation</a:t>
            </a:r>
            <a:br/>
            <a:r>
              <a:t>• 100 relevant interview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3840480"/>
          </a:xfrm>
          <a:prstGeom prst="roundRect">
            <a:avLst/>
          </a:prstGeom>
          <a:solidFill>
            <a:srgbClr val="142033"/>
          </a:solidFill>
          <a:ln>
            <a:solidFill>
              <a:srgbClr val="2C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" cy="3840480"/>
          </a:xfrm>
          <a:prstGeom prst="rect">
            <a:avLst/>
          </a:prstGeom>
          <a:solidFill>
            <a:srgbClr val="4B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29968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AAB8CA"/>
                </a:solidFill>
                <a:latin typeface="Aptos"/>
              </a:defRPr>
            </a:pPr>
            <a:r>
              <a:t>• More official career integrations</a:t>
            </a:r>
            <a:br/>
            <a:r>
              <a:t>• Stronger semantic matching</a:t>
            </a:r>
            <a:br/>
            <a:r>
              <a:t>• Duplicate detection and ranking controls</a:t>
            </a:r>
            <a:br/>
            <a:r>
              <a:t>• Richer resume feedback</a:t>
            </a:r>
            <a:br/>
            <a:r>
              <a:t>• Authentication and cloud deployment</a:t>
            </a:r>
            <a:br/>
            <a:r>
              <a:t>• Job alerts and saved searches</a:t>
            </a:r>
            <a:br/>
            <a:r>
              <a:t>• Interview answer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Vision: evolve from a job-search utility into a complete, explainable career-preparation 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8F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103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CDE6"/>
                </a:solidFill>
                <a:latin typeface="Aptos"/>
              </a:defRPr>
            </a:pPr>
            <a:r>
              <a:t>Smart Company CareerMatch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788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8CA"/>
                </a:solidFill>
                <a:latin typeface="Aptos"/>
              </a:defRPr>
            </a:pPr>
            <a:r>
              <a:t>A practical Python + Streamlit project connecting job discovery, resume intelligence, skill matching and interview preparation.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4251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892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8CA"/>
                </a:solidFill>
                <a:latin typeface="Aptos"/>
              </a:defRPr>
            </a:pPr>
            <a:r>
              <a:t>Shaik Mahammad Abdul Zaib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51052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AB8CA"/>
                </a:solidFill>
                <a:latin typeface="Aptos"/>
              </a:defRPr>
            </a:pPr>
            <a:r>
              <a:t>CAREERMATCH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790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Company CareerMatch — Project Presentation</dc:title>
  <dc:subject>AI-powered job search, resume matching and interview preparation</dc:subject>
  <dc:creator>Shaik Mahammad Abdul Zaib</dc:creator>
  <cp:keywords/>
  <dc:description>generated using python-pptx</dc:description>
  <cp:lastModifiedBy>shaik abdul zaib</cp:lastModifiedBy>
  <cp:revision>2</cp:revision>
  <dcterms:created xsi:type="dcterms:W3CDTF">2013-01-27T09:14:16Z</dcterms:created>
  <dcterms:modified xsi:type="dcterms:W3CDTF">2026-09-18T18:11:46Z</dcterms:modified>
  <cp:category/>
</cp:coreProperties>
</file>